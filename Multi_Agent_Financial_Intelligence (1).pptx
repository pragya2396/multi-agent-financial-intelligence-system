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8A193D-F4F0-473F-8AAA-D2BBFFF3C231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E20B34-133A-4039-AE80-45D9F1DB0F43}">
      <dgm:prSet/>
      <dgm:spPr/>
      <dgm:t>
        <a:bodyPr/>
        <a:lstStyle/>
        <a:p>
          <a:r>
            <a:rPr lang="en-US"/>
            <a:t>AI system for financial insights</a:t>
          </a:r>
        </a:p>
      </dgm:t>
    </dgm:pt>
    <dgm:pt modelId="{70222E86-1908-4C10-8A99-EF6C85C20251}" type="parTrans" cxnId="{2CB910A9-799E-4A2F-8EFF-42CBD7AF490A}">
      <dgm:prSet/>
      <dgm:spPr/>
      <dgm:t>
        <a:bodyPr/>
        <a:lstStyle/>
        <a:p>
          <a:endParaRPr lang="en-US"/>
        </a:p>
      </dgm:t>
    </dgm:pt>
    <dgm:pt modelId="{2C2DCAEC-368F-4689-A401-48B974B30628}" type="sibTrans" cxnId="{2CB910A9-799E-4A2F-8EFF-42CBD7AF490A}">
      <dgm:prSet/>
      <dgm:spPr/>
      <dgm:t>
        <a:bodyPr/>
        <a:lstStyle/>
        <a:p>
          <a:endParaRPr lang="en-US"/>
        </a:p>
      </dgm:t>
    </dgm:pt>
    <dgm:pt modelId="{4BC623F6-F90B-4765-A675-8D19F4744543}">
      <dgm:prSet/>
      <dgm:spPr/>
      <dgm:t>
        <a:bodyPr/>
        <a:lstStyle/>
        <a:p>
          <a:r>
            <a:rPr lang="en-US"/>
            <a:t>Uses multiple agents for analysis</a:t>
          </a:r>
        </a:p>
      </dgm:t>
    </dgm:pt>
    <dgm:pt modelId="{ED319909-3E11-4717-AF6A-5177579DA3E8}" type="parTrans" cxnId="{4F071161-81E4-4EC8-A7B1-98241C6B8E89}">
      <dgm:prSet/>
      <dgm:spPr/>
      <dgm:t>
        <a:bodyPr/>
        <a:lstStyle/>
        <a:p>
          <a:endParaRPr lang="en-US"/>
        </a:p>
      </dgm:t>
    </dgm:pt>
    <dgm:pt modelId="{A0BAC061-8DA0-44D4-9E86-9EC2615DB3AF}" type="sibTrans" cxnId="{4F071161-81E4-4EC8-A7B1-98241C6B8E89}">
      <dgm:prSet/>
      <dgm:spPr/>
      <dgm:t>
        <a:bodyPr/>
        <a:lstStyle/>
        <a:p>
          <a:endParaRPr lang="en-US"/>
        </a:p>
      </dgm:t>
    </dgm:pt>
    <dgm:pt modelId="{E86C0D99-7298-452F-A0A8-58BB8D20E52B}">
      <dgm:prSet/>
      <dgm:spPr/>
      <dgm:t>
        <a:bodyPr/>
        <a:lstStyle/>
        <a:p>
          <a:r>
            <a:rPr lang="en-US"/>
            <a:t>Combines market data and news</a:t>
          </a:r>
        </a:p>
      </dgm:t>
    </dgm:pt>
    <dgm:pt modelId="{A34DA226-D771-43F6-9F2E-E277011BAC86}" type="parTrans" cxnId="{CE86588D-962C-4967-9E04-F5F75027CDFF}">
      <dgm:prSet/>
      <dgm:spPr/>
      <dgm:t>
        <a:bodyPr/>
        <a:lstStyle/>
        <a:p>
          <a:endParaRPr lang="en-US"/>
        </a:p>
      </dgm:t>
    </dgm:pt>
    <dgm:pt modelId="{7AE2311F-30CB-4F1C-8175-CDDAEFF29393}" type="sibTrans" cxnId="{CE86588D-962C-4967-9E04-F5F75027CDFF}">
      <dgm:prSet/>
      <dgm:spPr/>
      <dgm:t>
        <a:bodyPr/>
        <a:lstStyle/>
        <a:p>
          <a:endParaRPr lang="en-US"/>
        </a:p>
      </dgm:t>
    </dgm:pt>
    <dgm:pt modelId="{8070CDFA-EE73-4919-82EB-C2DF5FE35DBF}" type="pres">
      <dgm:prSet presAssocID="{258A193D-F4F0-473F-8AAA-D2BBFFF3C231}" presName="outerComposite" presStyleCnt="0">
        <dgm:presLayoutVars>
          <dgm:chMax val="5"/>
          <dgm:dir/>
          <dgm:resizeHandles val="exact"/>
        </dgm:presLayoutVars>
      </dgm:prSet>
      <dgm:spPr/>
    </dgm:pt>
    <dgm:pt modelId="{DA68C7A9-0CE0-49B2-B34E-107042EECE75}" type="pres">
      <dgm:prSet presAssocID="{258A193D-F4F0-473F-8AAA-D2BBFFF3C231}" presName="dummyMaxCanvas" presStyleCnt="0">
        <dgm:presLayoutVars/>
      </dgm:prSet>
      <dgm:spPr/>
    </dgm:pt>
    <dgm:pt modelId="{05795CF3-EAEC-4F2A-B4F4-58831FC658E6}" type="pres">
      <dgm:prSet presAssocID="{258A193D-F4F0-473F-8AAA-D2BBFFF3C231}" presName="ThreeNodes_1" presStyleLbl="node1" presStyleIdx="0" presStyleCnt="3">
        <dgm:presLayoutVars>
          <dgm:bulletEnabled val="1"/>
        </dgm:presLayoutVars>
      </dgm:prSet>
      <dgm:spPr/>
    </dgm:pt>
    <dgm:pt modelId="{1D953CCA-F2C3-459B-A9C8-13FD625D5EF4}" type="pres">
      <dgm:prSet presAssocID="{258A193D-F4F0-473F-8AAA-D2BBFFF3C231}" presName="ThreeNodes_2" presStyleLbl="node1" presStyleIdx="1" presStyleCnt="3">
        <dgm:presLayoutVars>
          <dgm:bulletEnabled val="1"/>
        </dgm:presLayoutVars>
      </dgm:prSet>
      <dgm:spPr/>
    </dgm:pt>
    <dgm:pt modelId="{F26A0E67-D09E-419C-90E2-110B75B72F41}" type="pres">
      <dgm:prSet presAssocID="{258A193D-F4F0-473F-8AAA-D2BBFFF3C231}" presName="ThreeNodes_3" presStyleLbl="node1" presStyleIdx="2" presStyleCnt="3">
        <dgm:presLayoutVars>
          <dgm:bulletEnabled val="1"/>
        </dgm:presLayoutVars>
      </dgm:prSet>
      <dgm:spPr/>
    </dgm:pt>
    <dgm:pt modelId="{F9D3EFD4-AF15-4F5F-8267-01E5B63E1CE4}" type="pres">
      <dgm:prSet presAssocID="{258A193D-F4F0-473F-8AAA-D2BBFFF3C231}" presName="ThreeConn_1-2" presStyleLbl="fgAccFollowNode1" presStyleIdx="0" presStyleCnt="2">
        <dgm:presLayoutVars>
          <dgm:bulletEnabled val="1"/>
        </dgm:presLayoutVars>
      </dgm:prSet>
      <dgm:spPr/>
    </dgm:pt>
    <dgm:pt modelId="{6405ED6A-9472-4520-8863-1FD76126BD54}" type="pres">
      <dgm:prSet presAssocID="{258A193D-F4F0-473F-8AAA-D2BBFFF3C231}" presName="ThreeConn_2-3" presStyleLbl="fgAccFollowNode1" presStyleIdx="1" presStyleCnt="2">
        <dgm:presLayoutVars>
          <dgm:bulletEnabled val="1"/>
        </dgm:presLayoutVars>
      </dgm:prSet>
      <dgm:spPr/>
    </dgm:pt>
    <dgm:pt modelId="{B4046F35-7E97-4F22-A0BD-4C4D3B48615F}" type="pres">
      <dgm:prSet presAssocID="{258A193D-F4F0-473F-8AAA-D2BBFFF3C231}" presName="ThreeNodes_1_text" presStyleLbl="node1" presStyleIdx="2" presStyleCnt="3">
        <dgm:presLayoutVars>
          <dgm:bulletEnabled val="1"/>
        </dgm:presLayoutVars>
      </dgm:prSet>
      <dgm:spPr/>
    </dgm:pt>
    <dgm:pt modelId="{6BF41021-5761-4C5D-8A54-841BE9C7E075}" type="pres">
      <dgm:prSet presAssocID="{258A193D-F4F0-473F-8AAA-D2BBFFF3C231}" presName="ThreeNodes_2_text" presStyleLbl="node1" presStyleIdx="2" presStyleCnt="3">
        <dgm:presLayoutVars>
          <dgm:bulletEnabled val="1"/>
        </dgm:presLayoutVars>
      </dgm:prSet>
      <dgm:spPr/>
    </dgm:pt>
    <dgm:pt modelId="{883B0E34-44A9-4566-8212-90D9456CAAC4}" type="pres">
      <dgm:prSet presAssocID="{258A193D-F4F0-473F-8AAA-D2BBFFF3C23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E4CEC06-D779-41BC-882E-91B18342800D}" type="presOf" srcId="{4BC623F6-F90B-4765-A675-8D19F4744543}" destId="{6BF41021-5761-4C5D-8A54-841BE9C7E075}" srcOrd="1" destOrd="0" presId="urn:microsoft.com/office/officeart/2005/8/layout/vProcess5"/>
    <dgm:cxn modelId="{84DB552E-DFBB-49F5-8851-3841E58AB5D4}" type="presOf" srcId="{4BC623F6-F90B-4765-A675-8D19F4744543}" destId="{1D953CCA-F2C3-459B-A9C8-13FD625D5EF4}" srcOrd="0" destOrd="0" presId="urn:microsoft.com/office/officeart/2005/8/layout/vProcess5"/>
    <dgm:cxn modelId="{4F071161-81E4-4EC8-A7B1-98241C6B8E89}" srcId="{258A193D-F4F0-473F-8AAA-D2BBFFF3C231}" destId="{4BC623F6-F90B-4765-A675-8D19F4744543}" srcOrd="1" destOrd="0" parTransId="{ED319909-3E11-4717-AF6A-5177579DA3E8}" sibTransId="{A0BAC061-8DA0-44D4-9E86-9EC2615DB3AF}"/>
    <dgm:cxn modelId="{BC946247-D3D1-4158-B068-2057D36F0013}" type="presOf" srcId="{E86C0D99-7298-452F-A0A8-58BB8D20E52B}" destId="{883B0E34-44A9-4566-8212-90D9456CAAC4}" srcOrd="1" destOrd="0" presId="urn:microsoft.com/office/officeart/2005/8/layout/vProcess5"/>
    <dgm:cxn modelId="{CE86588D-962C-4967-9E04-F5F75027CDFF}" srcId="{258A193D-F4F0-473F-8AAA-D2BBFFF3C231}" destId="{E86C0D99-7298-452F-A0A8-58BB8D20E52B}" srcOrd="2" destOrd="0" parTransId="{A34DA226-D771-43F6-9F2E-E277011BAC86}" sibTransId="{7AE2311F-30CB-4F1C-8175-CDDAEFF29393}"/>
    <dgm:cxn modelId="{F6D227A5-5033-4F61-B429-8855B62AA685}" type="presOf" srcId="{2C2DCAEC-368F-4689-A401-48B974B30628}" destId="{F9D3EFD4-AF15-4F5F-8267-01E5B63E1CE4}" srcOrd="0" destOrd="0" presId="urn:microsoft.com/office/officeart/2005/8/layout/vProcess5"/>
    <dgm:cxn modelId="{2CB910A9-799E-4A2F-8EFF-42CBD7AF490A}" srcId="{258A193D-F4F0-473F-8AAA-D2BBFFF3C231}" destId="{E9E20B34-133A-4039-AE80-45D9F1DB0F43}" srcOrd="0" destOrd="0" parTransId="{70222E86-1908-4C10-8A99-EF6C85C20251}" sibTransId="{2C2DCAEC-368F-4689-A401-48B974B30628}"/>
    <dgm:cxn modelId="{9044A2C8-1EAB-4EAD-8792-F29EF07E0D3E}" type="presOf" srcId="{A0BAC061-8DA0-44D4-9E86-9EC2615DB3AF}" destId="{6405ED6A-9472-4520-8863-1FD76126BD54}" srcOrd="0" destOrd="0" presId="urn:microsoft.com/office/officeart/2005/8/layout/vProcess5"/>
    <dgm:cxn modelId="{68ED1DD3-421D-4098-B6F9-5CE628AFCB49}" type="presOf" srcId="{258A193D-F4F0-473F-8AAA-D2BBFFF3C231}" destId="{8070CDFA-EE73-4919-82EB-C2DF5FE35DBF}" srcOrd="0" destOrd="0" presId="urn:microsoft.com/office/officeart/2005/8/layout/vProcess5"/>
    <dgm:cxn modelId="{2200D0DD-EB82-4DCA-819B-4CF92207B530}" type="presOf" srcId="{E9E20B34-133A-4039-AE80-45D9F1DB0F43}" destId="{B4046F35-7E97-4F22-A0BD-4C4D3B48615F}" srcOrd="1" destOrd="0" presId="urn:microsoft.com/office/officeart/2005/8/layout/vProcess5"/>
    <dgm:cxn modelId="{8BFA15F6-330B-48B6-B185-D9756A3C07BD}" type="presOf" srcId="{E9E20B34-133A-4039-AE80-45D9F1DB0F43}" destId="{05795CF3-EAEC-4F2A-B4F4-58831FC658E6}" srcOrd="0" destOrd="0" presId="urn:microsoft.com/office/officeart/2005/8/layout/vProcess5"/>
    <dgm:cxn modelId="{D7DAE4F8-CD8D-4200-999C-65BA38554722}" type="presOf" srcId="{E86C0D99-7298-452F-A0A8-58BB8D20E52B}" destId="{F26A0E67-D09E-419C-90E2-110B75B72F41}" srcOrd="0" destOrd="0" presId="urn:microsoft.com/office/officeart/2005/8/layout/vProcess5"/>
    <dgm:cxn modelId="{22623A36-526D-414A-B9FA-B8E391A7AC56}" type="presParOf" srcId="{8070CDFA-EE73-4919-82EB-C2DF5FE35DBF}" destId="{DA68C7A9-0CE0-49B2-B34E-107042EECE75}" srcOrd="0" destOrd="0" presId="urn:microsoft.com/office/officeart/2005/8/layout/vProcess5"/>
    <dgm:cxn modelId="{1D5DE1EF-E000-4A49-AD35-7F475A682B93}" type="presParOf" srcId="{8070CDFA-EE73-4919-82EB-C2DF5FE35DBF}" destId="{05795CF3-EAEC-4F2A-B4F4-58831FC658E6}" srcOrd="1" destOrd="0" presId="urn:microsoft.com/office/officeart/2005/8/layout/vProcess5"/>
    <dgm:cxn modelId="{E13FABB5-D28F-4ACB-B184-DAD667E53980}" type="presParOf" srcId="{8070CDFA-EE73-4919-82EB-C2DF5FE35DBF}" destId="{1D953CCA-F2C3-459B-A9C8-13FD625D5EF4}" srcOrd="2" destOrd="0" presId="urn:microsoft.com/office/officeart/2005/8/layout/vProcess5"/>
    <dgm:cxn modelId="{760120D5-8E72-44EB-9438-CE7B7BED42B3}" type="presParOf" srcId="{8070CDFA-EE73-4919-82EB-C2DF5FE35DBF}" destId="{F26A0E67-D09E-419C-90E2-110B75B72F41}" srcOrd="3" destOrd="0" presId="urn:microsoft.com/office/officeart/2005/8/layout/vProcess5"/>
    <dgm:cxn modelId="{4085AB28-6C10-4321-A810-AF624884C8F0}" type="presParOf" srcId="{8070CDFA-EE73-4919-82EB-C2DF5FE35DBF}" destId="{F9D3EFD4-AF15-4F5F-8267-01E5B63E1CE4}" srcOrd="4" destOrd="0" presId="urn:microsoft.com/office/officeart/2005/8/layout/vProcess5"/>
    <dgm:cxn modelId="{4026D369-C048-43D8-B629-419553655514}" type="presParOf" srcId="{8070CDFA-EE73-4919-82EB-C2DF5FE35DBF}" destId="{6405ED6A-9472-4520-8863-1FD76126BD54}" srcOrd="5" destOrd="0" presId="urn:microsoft.com/office/officeart/2005/8/layout/vProcess5"/>
    <dgm:cxn modelId="{4731B730-00CF-4DE7-9D35-BDBF6CCC9349}" type="presParOf" srcId="{8070CDFA-EE73-4919-82EB-C2DF5FE35DBF}" destId="{B4046F35-7E97-4F22-A0BD-4C4D3B48615F}" srcOrd="6" destOrd="0" presId="urn:microsoft.com/office/officeart/2005/8/layout/vProcess5"/>
    <dgm:cxn modelId="{DD80927F-FCC7-448A-BC33-CDE1DD148BF6}" type="presParOf" srcId="{8070CDFA-EE73-4919-82EB-C2DF5FE35DBF}" destId="{6BF41021-5761-4C5D-8A54-841BE9C7E075}" srcOrd="7" destOrd="0" presId="urn:microsoft.com/office/officeart/2005/8/layout/vProcess5"/>
    <dgm:cxn modelId="{9B43A4AA-A809-47B3-98FD-27CA01BF9994}" type="presParOf" srcId="{8070CDFA-EE73-4919-82EB-C2DF5FE35DBF}" destId="{883B0E34-44A9-4566-8212-90D9456CAAC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1123FA-F944-48AA-899C-0E7ADA2ECE21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F8ABF5-B73E-4A98-8D62-BBD86214F3E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Analyst recommendations</a:t>
          </a:r>
        </a:p>
      </dgm:t>
    </dgm:pt>
    <dgm:pt modelId="{C5CB7D70-42D1-4950-A1C7-AA6FA0A241A8}" type="parTrans" cxnId="{5B3BDE30-003F-4875-A0D8-4AF9130208AB}">
      <dgm:prSet/>
      <dgm:spPr/>
      <dgm:t>
        <a:bodyPr/>
        <a:lstStyle/>
        <a:p>
          <a:endParaRPr lang="en-US"/>
        </a:p>
      </dgm:t>
    </dgm:pt>
    <dgm:pt modelId="{5CB96975-1A9C-475E-A881-36DBA97B3075}" type="sibTrans" cxnId="{5B3BDE30-003F-4875-A0D8-4AF9130208AB}">
      <dgm:prSet/>
      <dgm:spPr/>
      <dgm:t>
        <a:bodyPr/>
        <a:lstStyle/>
        <a:p>
          <a:endParaRPr lang="en-US"/>
        </a:p>
      </dgm:t>
    </dgm:pt>
    <dgm:pt modelId="{D8AC09A3-54AE-4AAE-8E38-03E4526DB6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Real-time stock data</a:t>
          </a:r>
        </a:p>
      </dgm:t>
    </dgm:pt>
    <dgm:pt modelId="{B81D5DEB-F320-4D9A-9820-045C85BB211D}" type="parTrans" cxnId="{16DFD9CC-C8A2-4ADE-B954-06FBE6946FD9}">
      <dgm:prSet/>
      <dgm:spPr/>
      <dgm:t>
        <a:bodyPr/>
        <a:lstStyle/>
        <a:p>
          <a:endParaRPr lang="en-US"/>
        </a:p>
      </dgm:t>
    </dgm:pt>
    <dgm:pt modelId="{1B84DF0E-4701-403C-9BBC-507C478FD6B9}" type="sibTrans" cxnId="{16DFD9CC-C8A2-4ADE-B954-06FBE6946FD9}">
      <dgm:prSet/>
      <dgm:spPr/>
      <dgm:t>
        <a:bodyPr/>
        <a:lstStyle/>
        <a:p>
          <a:endParaRPr lang="en-US"/>
        </a:p>
      </dgm:t>
    </dgm:pt>
    <dgm:pt modelId="{74320456-36D9-4DC5-88AC-954ED684CDE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Source-backed financial news</a:t>
          </a:r>
        </a:p>
      </dgm:t>
    </dgm:pt>
    <dgm:pt modelId="{FFD10D0A-767E-44D7-B792-52B5CDC113F4}" type="parTrans" cxnId="{E0C3EB76-E572-481C-BFA8-EEF9E83E2637}">
      <dgm:prSet/>
      <dgm:spPr/>
      <dgm:t>
        <a:bodyPr/>
        <a:lstStyle/>
        <a:p>
          <a:endParaRPr lang="en-US"/>
        </a:p>
      </dgm:t>
    </dgm:pt>
    <dgm:pt modelId="{6E0632B7-5E92-456D-A313-212E67D54B81}" type="sibTrans" cxnId="{E0C3EB76-E572-481C-BFA8-EEF9E83E2637}">
      <dgm:prSet/>
      <dgm:spPr/>
      <dgm:t>
        <a:bodyPr/>
        <a:lstStyle/>
        <a:p>
          <a:endParaRPr lang="en-US"/>
        </a:p>
      </dgm:t>
    </dgm:pt>
    <dgm:pt modelId="{1EA10598-406E-4E29-A6A6-9E36981244BD}" type="pres">
      <dgm:prSet presAssocID="{3D1123FA-F944-48AA-899C-0E7ADA2ECE21}" presName="root" presStyleCnt="0">
        <dgm:presLayoutVars>
          <dgm:dir/>
          <dgm:resizeHandles val="exact"/>
        </dgm:presLayoutVars>
      </dgm:prSet>
      <dgm:spPr/>
    </dgm:pt>
    <dgm:pt modelId="{B3775441-AE3E-4846-BB0D-40F31016EA40}" type="pres">
      <dgm:prSet presAssocID="{C1F8ABF5-B73E-4A98-8D62-BBD86214F3E8}" presName="compNode" presStyleCnt="0"/>
      <dgm:spPr/>
    </dgm:pt>
    <dgm:pt modelId="{D50308C8-D771-49AE-A70F-10104A29B74C}" type="pres">
      <dgm:prSet presAssocID="{C1F8ABF5-B73E-4A98-8D62-BBD86214F3E8}" presName="iconBgRect" presStyleLbl="bgShp" presStyleIdx="0" presStyleCnt="3"/>
      <dgm:spPr/>
    </dgm:pt>
    <dgm:pt modelId="{E5A7658E-ADA4-4BBF-8439-DE7DB8D633FB}" type="pres">
      <dgm:prSet presAssocID="{C1F8ABF5-B73E-4A98-8D62-BBD86214F3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E3CB558-0F15-4711-BF9E-260A202FAA68}" type="pres">
      <dgm:prSet presAssocID="{C1F8ABF5-B73E-4A98-8D62-BBD86214F3E8}" presName="spaceRect" presStyleCnt="0"/>
      <dgm:spPr/>
    </dgm:pt>
    <dgm:pt modelId="{F738C9A4-9181-4BE9-800D-3A05387B94D0}" type="pres">
      <dgm:prSet presAssocID="{C1F8ABF5-B73E-4A98-8D62-BBD86214F3E8}" presName="textRect" presStyleLbl="revTx" presStyleIdx="0" presStyleCnt="3">
        <dgm:presLayoutVars>
          <dgm:chMax val="1"/>
          <dgm:chPref val="1"/>
        </dgm:presLayoutVars>
      </dgm:prSet>
      <dgm:spPr/>
    </dgm:pt>
    <dgm:pt modelId="{6CE23ED4-461E-4BAC-9B16-FEDD0EF152EB}" type="pres">
      <dgm:prSet presAssocID="{5CB96975-1A9C-475E-A881-36DBA97B3075}" presName="sibTrans" presStyleCnt="0"/>
      <dgm:spPr/>
    </dgm:pt>
    <dgm:pt modelId="{740FBC10-812C-4E7A-B903-8DC8DA94DEE5}" type="pres">
      <dgm:prSet presAssocID="{D8AC09A3-54AE-4AAE-8E38-03E4526DB6D7}" presName="compNode" presStyleCnt="0"/>
      <dgm:spPr/>
    </dgm:pt>
    <dgm:pt modelId="{F562016E-68D6-41C9-909A-08058B6ABD99}" type="pres">
      <dgm:prSet presAssocID="{D8AC09A3-54AE-4AAE-8E38-03E4526DB6D7}" presName="iconBgRect" presStyleLbl="bgShp" presStyleIdx="1" presStyleCnt="3"/>
      <dgm:spPr/>
    </dgm:pt>
    <dgm:pt modelId="{7E5FF8EF-6632-4E8F-AF31-C616C7C0CBD7}" type="pres">
      <dgm:prSet presAssocID="{D8AC09A3-54AE-4AAE-8E38-03E4526DB6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1B65207-0BC3-4CC1-9582-76C73EED7819}" type="pres">
      <dgm:prSet presAssocID="{D8AC09A3-54AE-4AAE-8E38-03E4526DB6D7}" presName="spaceRect" presStyleCnt="0"/>
      <dgm:spPr/>
    </dgm:pt>
    <dgm:pt modelId="{DC5A78D7-5268-49F8-9A46-C90FEDBABDD1}" type="pres">
      <dgm:prSet presAssocID="{D8AC09A3-54AE-4AAE-8E38-03E4526DB6D7}" presName="textRect" presStyleLbl="revTx" presStyleIdx="1" presStyleCnt="3">
        <dgm:presLayoutVars>
          <dgm:chMax val="1"/>
          <dgm:chPref val="1"/>
        </dgm:presLayoutVars>
      </dgm:prSet>
      <dgm:spPr/>
    </dgm:pt>
    <dgm:pt modelId="{357FEA6F-0DB6-4765-BE6E-DD2DF1102319}" type="pres">
      <dgm:prSet presAssocID="{1B84DF0E-4701-403C-9BBC-507C478FD6B9}" presName="sibTrans" presStyleCnt="0"/>
      <dgm:spPr/>
    </dgm:pt>
    <dgm:pt modelId="{AB020FB5-598D-4048-A62D-64FF6037161A}" type="pres">
      <dgm:prSet presAssocID="{74320456-36D9-4DC5-88AC-954ED684CDE5}" presName="compNode" presStyleCnt="0"/>
      <dgm:spPr/>
    </dgm:pt>
    <dgm:pt modelId="{30C7F622-6879-4AAE-BBB6-FB10AD98CAE4}" type="pres">
      <dgm:prSet presAssocID="{74320456-36D9-4DC5-88AC-954ED684CDE5}" presName="iconBgRect" presStyleLbl="bgShp" presStyleIdx="2" presStyleCnt="3"/>
      <dgm:spPr/>
    </dgm:pt>
    <dgm:pt modelId="{12BFFFBD-3B34-409A-9AE9-4FA980D69291}" type="pres">
      <dgm:prSet presAssocID="{74320456-36D9-4DC5-88AC-954ED684CD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EDF7B59F-D255-49EA-B5EB-48B06DDDA587}" type="pres">
      <dgm:prSet presAssocID="{74320456-36D9-4DC5-88AC-954ED684CDE5}" presName="spaceRect" presStyleCnt="0"/>
      <dgm:spPr/>
    </dgm:pt>
    <dgm:pt modelId="{AC280DAD-450E-4F78-AE01-1B9BC85A1BD6}" type="pres">
      <dgm:prSet presAssocID="{74320456-36D9-4DC5-88AC-954ED684CDE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2DB761F-E907-4617-8EF4-BA3E21C36576}" type="presOf" srcId="{C1F8ABF5-B73E-4A98-8D62-BBD86214F3E8}" destId="{F738C9A4-9181-4BE9-800D-3A05387B94D0}" srcOrd="0" destOrd="0" presId="urn:microsoft.com/office/officeart/2018/5/layout/IconCircleLabelList"/>
    <dgm:cxn modelId="{5B3BDE30-003F-4875-A0D8-4AF9130208AB}" srcId="{3D1123FA-F944-48AA-899C-0E7ADA2ECE21}" destId="{C1F8ABF5-B73E-4A98-8D62-BBD86214F3E8}" srcOrd="0" destOrd="0" parTransId="{C5CB7D70-42D1-4950-A1C7-AA6FA0A241A8}" sibTransId="{5CB96975-1A9C-475E-A881-36DBA97B3075}"/>
    <dgm:cxn modelId="{0A8B6572-0003-42BE-A51F-4964C98DDCD7}" type="presOf" srcId="{3D1123FA-F944-48AA-899C-0E7ADA2ECE21}" destId="{1EA10598-406E-4E29-A6A6-9E36981244BD}" srcOrd="0" destOrd="0" presId="urn:microsoft.com/office/officeart/2018/5/layout/IconCircleLabelList"/>
    <dgm:cxn modelId="{1B1C7855-F60C-418D-80C4-436D9176185A}" type="presOf" srcId="{D8AC09A3-54AE-4AAE-8E38-03E4526DB6D7}" destId="{DC5A78D7-5268-49F8-9A46-C90FEDBABDD1}" srcOrd="0" destOrd="0" presId="urn:microsoft.com/office/officeart/2018/5/layout/IconCircleLabelList"/>
    <dgm:cxn modelId="{E0C3EB76-E572-481C-BFA8-EEF9E83E2637}" srcId="{3D1123FA-F944-48AA-899C-0E7ADA2ECE21}" destId="{74320456-36D9-4DC5-88AC-954ED684CDE5}" srcOrd="2" destOrd="0" parTransId="{FFD10D0A-767E-44D7-B792-52B5CDC113F4}" sibTransId="{6E0632B7-5E92-456D-A313-212E67D54B81}"/>
    <dgm:cxn modelId="{DD21C4B4-BE96-4307-B5DF-58757C07992F}" type="presOf" srcId="{74320456-36D9-4DC5-88AC-954ED684CDE5}" destId="{AC280DAD-450E-4F78-AE01-1B9BC85A1BD6}" srcOrd="0" destOrd="0" presId="urn:microsoft.com/office/officeart/2018/5/layout/IconCircleLabelList"/>
    <dgm:cxn modelId="{16DFD9CC-C8A2-4ADE-B954-06FBE6946FD9}" srcId="{3D1123FA-F944-48AA-899C-0E7ADA2ECE21}" destId="{D8AC09A3-54AE-4AAE-8E38-03E4526DB6D7}" srcOrd="1" destOrd="0" parTransId="{B81D5DEB-F320-4D9A-9820-045C85BB211D}" sibTransId="{1B84DF0E-4701-403C-9BBC-507C478FD6B9}"/>
    <dgm:cxn modelId="{7BAAC476-AEFE-4BE2-A488-A021DFEE8A9F}" type="presParOf" srcId="{1EA10598-406E-4E29-A6A6-9E36981244BD}" destId="{B3775441-AE3E-4846-BB0D-40F31016EA40}" srcOrd="0" destOrd="0" presId="urn:microsoft.com/office/officeart/2018/5/layout/IconCircleLabelList"/>
    <dgm:cxn modelId="{EC92D554-E565-4FCA-8391-AE9F7DDD9EC9}" type="presParOf" srcId="{B3775441-AE3E-4846-BB0D-40F31016EA40}" destId="{D50308C8-D771-49AE-A70F-10104A29B74C}" srcOrd="0" destOrd="0" presId="urn:microsoft.com/office/officeart/2018/5/layout/IconCircleLabelList"/>
    <dgm:cxn modelId="{4F724579-C0AA-40F0-9E98-195F4288465F}" type="presParOf" srcId="{B3775441-AE3E-4846-BB0D-40F31016EA40}" destId="{E5A7658E-ADA4-4BBF-8439-DE7DB8D633FB}" srcOrd="1" destOrd="0" presId="urn:microsoft.com/office/officeart/2018/5/layout/IconCircleLabelList"/>
    <dgm:cxn modelId="{DF182DAD-25FE-4F79-A2E7-437BADAC7D20}" type="presParOf" srcId="{B3775441-AE3E-4846-BB0D-40F31016EA40}" destId="{7E3CB558-0F15-4711-BF9E-260A202FAA68}" srcOrd="2" destOrd="0" presId="urn:microsoft.com/office/officeart/2018/5/layout/IconCircleLabelList"/>
    <dgm:cxn modelId="{ACBE47AA-125F-4E29-AB2F-17C7A351DAF6}" type="presParOf" srcId="{B3775441-AE3E-4846-BB0D-40F31016EA40}" destId="{F738C9A4-9181-4BE9-800D-3A05387B94D0}" srcOrd="3" destOrd="0" presId="urn:microsoft.com/office/officeart/2018/5/layout/IconCircleLabelList"/>
    <dgm:cxn modelId="{8D0DD369-E9D8-49EE-9EF5-06810EABC96C}" type="presParOf" srcId="{1EA10598-406E-4E29-A6A6-9E36981244BD}" destId="{6CE23ED4-461E-4BAC-9B16-FEDD0EF152EB}" srcOrd="1" destOrd="0" presId="urn:microsoft.com/office/officeart/2018/5/layout/IconCircleLabelList"/>
    <dgm:cxn modelId="{1E8ED590-169C-4C4D-B50B-6C0399B76F81}" type="presParOf" srcId="{1EA10598-406E-4E29-A6A6-9E36981244BD}" destId="{740FBC10-812C-4E7A-B903-8DC8DA94DEE5}" srcOrd="2" destOrd="0" presId="urn:microsoft.com/office/officeart/2018/5/layout/IconCircleLabelList"/>
    <dgm:cxn modelId="{67D1B4CA-F9B4-4E41-8EF2-E75F9DFB6EB0}" type="presParOf" srcId="{740FBC10-812C-4E7A-B903-8DC8DA94DEE5}" destId="{F562016E-68D6-41C9-909A-08058B6ABD99}" srcOrd="0" destOrd="0" presId="urn:microsoft.com/office/officeart/2018/5/layout/IconCircleLabelList"/>
    <dgm:cxn modelId="{38CC3AFB-ECE7-4228-8F05-96D33DFDA58C}" type="presParOf" srcId="{740FBC10-812C-4E7A-B903-8DC8DA94DEE5}" destId="{7E5FF8EF-6632-4E8F-AF31-C616C7C0CBD7}" srcOrd="1" destOrd="0" presId="urn:microsoft.com/office/officeart/2018/5/layout/IconCircleLabelList"/>
    <dgm:cxn modelId="{F2CB8D7E-37A7-4A11-9E9E-74D8AB69C877}" type="presParOf" srcId="{740FBC10-812C-4E7A-B903-8DC8DA94DEE5}" destId="{31B65207-0BC3-4CC1-9582-76C73EED7819}" srcOrd="2" destOrd="0" presId="urn:microsoft.com/office/officeart/2018/5/layout/IconCircleLabelList"/>
    <dgm:cxn modelId="{F7D72A31-FCC2-4AB0-8F8C-D53423A71179}" type="presParOf" srcId="{740FBC10-812C-4E7A-B903-8DC8DA94DEE5}" destId="{DC5A78D7-5268-49F8-9A46-C90FEDBABDD1}" srcOrd="3" destOrd="0" presId="urn:microsoft.com/office/officeart/2018/5/layout/IconCircleLabelList"/>
    <dgm:cxn modelId="{4BFDDCEB-84F9-4C23-8112-02C9B3F09226}" type="presParOf" srcId="{1EA10598-406E-4E29-A6A6-9E36981244BD}" destId="{357FEA6F-0DB6-4765-BE6E-DD2DF1102319}" srcOrd="3" destOrd="0" presId="urn:microsoft.com/office/officeart/2018/5/layout/IconCircleLabelList"/>
    <dgm:cxn modelId="{F392C2F4-5A8A-449A-A333-F18355E94ED9}" type="presParOf" srcId="{1EA10598-406E-4E29-A6A6-9E36981244BD}" destId="{AB020FB5-598D-4048-A62D-64FF6037161A}" srcOrd="4" destOrd="0" presId="urn:microsoft.com/office/officeart/2018/5/layout/IconCircleLabelList"/>
    <dgm:cxn modelId="{1BF3E1F7-DD76-4FE6-B3E2-D6CEF86ACAE8}" type="presParOf" srcId="{AB020FB5-598D-4048-A62D-64FF6037161A}" destId="{30C7F622-6879-4AAE-BBB6-FB10AD98CAE4}" srcOrd="0" destOrd="0" presId="urn:microsoft.com/office/officeart/2018/5/layout/IconCircleLabelList"/>
    <dgm:cxn modelId="{5E30734A-61CA-42C4-8F56-FFE766C913A5}" type="presParOf" srcId="{AB020FB5-598D-4048-A62D-64FF6037161A}" destId="{12BFFFBD-3B34-409A-9AE9-4FA980D69291}" srcOrd="1" destOrd="0" presId="urn:microsoft.com/office/officeart/2018/5/layout/IconCircleLabelList"/>
    <dgm:cxn modelId="{E6EDAAF6-500C-41E1-BE0C-9322F1283B77}" type="presParOf" srcId="{AB020FB5-598D-4048-A62D-64FF6037161A}" destId="{EDF7B59F-D255-49EA-B5EB-48B06DDDA587}" srcOrd="2" destOrd="0" presId="urn:microsoft.com/office/officeart/2018/5/layout/IconCircleLabelList"/>
    <dgm:cxn modelId="{A2B289B4-FFAC-41DF-AF13-A3AA6AFC73D2}" type="presParOf" srcId="{AB020FB5-598D-4048-A62D-64FF6037161A}" destId="{AC280DAD-450E-4F78-AE01-1B9BC85A1B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2ADB1F-625A-40E0-BD34-1E4D9081FC9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B0E5A8-4C70-4A3F-BA08-69C73F15D7C5}">
      <dgm:prSet/>
      <dgm:spPr/>
      <dgm:t>
        <a:bodyPr/>
        <a:lstStyle/>
        <a:p>
          <a:r>
            <a:rPr lang="en-US"/>
            <a:t>Python &amp; Phi Framework</a:t>
          </a:r>
        </a:p>
      </dgm:t>
    </dgm:pt>
    <dgm:pt modelId="{85DB37FA-FF43-4BCD-BD86-85C140995CC8}" type="parTrans" cxnId="{FA670731-3AC0-4FCB-8E43-F0DA20A15474}">
      <dgm:prSet/>
      <dgm:spPr/>
      <dgm:t>
        <a:bodyPr/>
        <a:lstStyle/>
        <a:p>
          <a:endParaRPr lang="en-US"/>
        </a:p>
      </dgm:t>
    </dgm:pt>
    <dgm:pt modelId="{B0A73AB4-CF9B-42A4-854B-C7B411D47F31}" type="sibTrans" cxnId="{FA670731-3AC0-4FCB-8E43-F0DA20A15474}">
      <dgm:prSet/>
      <dgm:spPr/>
      <dgm:t>
        <a:bodyPr/>
        <a:lstStyle/>
        <a:p>
          <a:endParaRPr lang="en-US"/>
        </a:p>
      </dgm:t>
    </dgm:pt>
    <dgm:pt modelId="{CA889500-F835-4C62-8927-1BA6C176B31F}">
      <dgm:prSet/>
      <dgm:spPr/>
      <dgm:t>
        <a:bodyPr/>
        <a:lstStyle/>
        <a:p>
          <a:r>
            <a:rPr lang="en-US"/>
            <a:t>Groq LLM (LLaMA-3)</a:t>
          </a:r>
        </a:p>
      </dgm:t>
    </dgm:pt>
    <dgm:pt modelId="{65F8167A-F2CC-41E3-A418-3B733539D50F}" type="parTrans" cxnId="{95DDAE9C-7B19-4E56-A86E-4CA9BE7B84CB}">
      <dgm:prSet/>
      <dgm:spPr/>
      <dgm:t>
        <a:bodyPr/>
        <a:lstStyle/>
        <a:p>
          <a:endParaRPr lang="en-US"/>
        </a:p>
      </dgm:t>
    </dgm:pt>
    <dgm:pt modelId="{3F5F1396-E933-4C96-BA9D-C55C90687ED1}" type="sibTrans" cxnId="{95DDAE9C-7B19-4E56-A86E-4CA9BE7B84CB}">
      <dgm:prSet/>
      <dgm:spPr/>
      <dgm:t>
        <a:bodyPr/>
        <a:lstStyle/>
        <a:p>
          <a:endParaRPr lang="en-US"/>
        </a:p>
      </dgm:t>
    </dgm:pt>
    <dgm:pt modelId="{D9D14390-82C5-452F-B72C-2D84A8D0C015}">
      <dgm:prSet/>
      <dgm:spPr/>
      <dgm:t>
        <a:bodyPr/>
        <a:lstStyle/>
        <a:p>
          <a:r>
            <a:rPr lang="en-US"/>
            <a:t>Yahoo Finance &amp; DuckDuckGo</a:t>
          </a:r>
        </a:p>
      </dgm:t>
    </dgm:pt>
    <dgm:pt modelId="{B64CEB4F-40C5-4A7A-BCC4-76D6B428B059}" type="parTrans" cxnId="{7206F970-53DA-461B-8213-13D9E78981FE}">
      <dgm:prSet/>
      <dgm:spPr/>
      <dgm:t>
        <a:bodyPr/>
        <a:lstStyle/>
        <a:p>
          <a:endParaRPr lang="en-US"/>
        </a:p>
      </dgm:t>
    </dgm:pt>
    <dgm:pt modelId="{B51B7DC6-A642-4023-949A-523E8B1F521B}" type="sibTrans" cxnId="{7206F970-53DA-461B-8213-13D9E78981FE}">
      <dgm:prSet/>
      <dgm:spPr/>
      <dgm:t>
        <a:bodyPr/>
        <a:lstStyle/>
        <a:p>
          <a:endParaRPr lang="en-US"/>
        </a:p>
      </dgm:t>
    </dgm:pt>
    <dgm:pt modelId="{B07D32E4-F68B-4013-8780-A03CDB0212CA}" type="pres">
      <dgm:prSet presAssocID="{982ADB1F-625A-40E0-BD34-1E4D9081FC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81600DF-CAC6-404E-8A09-46BECBDC22CE}" type="pres">
      <dgm:prSet presAssocID="{BFB0E5A8-4C70-4A3F-BA08-69C73F15D7C5}" presName="hierRoot1" presStyleCnt="0"/>
      <dgm:spPr/>
    </dgm:pt>
    <dgm:pt modelId="{F3B0BF29-D46E-4CB0-B49B-AD478ECF34C2}" type="pres">
      <dgm:prSet presAssocID="{BFB0E5A8-4C70-4A3F-BA08-69C73F15D7C5}" presName="composite" presStyleCnt="0"/>
      <dgm:spPr/>
    </dgm:pt>
    <dgm:pt modelId="{8D389A12-ABAE-4C7E-BAE0-CB978E773698}" type="pres">
      <dgm:prSet presAssocID="{BFB0E5A8-4C70-4A3F-BA08-69C73F15D7C5}" presName="background" presStyleLbl="node0" presStyleIdx="0" presStyleCnt="3"/>
      <dgm:spPr/>
    </dgm:pt>
    <dgm:pt modelId="{FBB42147-95CF-4D28-B104-5F72172F8F3B}" type="pres">
      <dgm:prSet presAssocID="{BFB0E5A8-4C70-4A3F-BA08-69C73F15D7C5}" presName="text" presStyleLbl="fgAcc0" presStyleIdx="0" presStyleCnt="3">
        <dgm:presLayoutVars>
          <dgm:chPref val="3"/>
        </dgm:presLayoutVars>
      </dgm:prSet>
      <dgm:spPr/>
    </dgm:pt>
    <dgm:pt modelId="{6A982DE0-C94F-4E17-9C55-DA85C19BC0AA}" type="pres">
      <dgm:prSet presAssocID="{BFB0E5A8-4C70-4A3F-BA08-69C73F15D7C5}" presName="hierChild2" presStyleCnt="0"/>
      <dgm:spPr/>
    </dgm:pt>
    <dgm:pt modelId="{BCA014BE-6761-4604-BD55-EB8A44A017C4}" type="pres">
      <dgm:prSet presAssocID="{CA889500-F835-4C62-8927-1BA6C176B31F}" presName="hierRoot1" presStyleCnt="0"/>
      <dgm:spPr/>
    </dgm:pt>
    <dgm:pt modelId="{FEC426D7-8533-41D8-B578-14A0C11DAF0F}" type="pres">
      <dgm:prSet presAssocID="{CA889500-F835-4C62-8927-1BA6C176B31F}" presName="composite" presStyleCnt="0"/>
      <dgm:spPr/>
    </dgm:pt>
    <dgm:pt modelId="{5608D691-3A80-477C-8202-8D2ACB2D5549}" type="pres">
      <dgm:prSet presAssocID="{CA889500-F835-4C62-8927-1BA6C176B31F}" presName="background" presStyleLbl="node0" presStyleIdx="1" presStyleCnt="3"/>
      <dgm:spPr/>
    </dgm:pt>
    <dgm:pt modelId="{D14CFBC1-5E60-4B17-8173-4BEDA228E132}" type="pres">
      <dgm:prSet presAssocID="{CA889500-F835-4C62-8927-1BA6C176B31F}" presName="text" presStyleLbl="fgAcc0" presStyleIdx="1" presStyleCnt="3">
        <dgm:presLayoutVars>
          <dgm:chPref val="3"/>
        </dgm:presLayoutVars>
      </dgm:prSet>
      <dgm:spPr/>
    </dgm:pt>
    <dgm:pt modelId="{C9C4B82E-ED73-40B5-A65F-2A270ADEDCE2}" type="pres">
      <dgm:prSet presAssocID="{CA889500-F835-4C62-8927-1BA6C176B31F}" presName="hierChild2" presStyleCnt="0"/>
      <dgm:spPr/>
    </dgm:pt>
    <dgm:pt modelId="{9E093A78-33A5-42C1-BD4B-F75C5C7103C0}" type="pres">
      <dgm:prSet presAssocID="{D9D14390-82C5-452F-B72C-2D84A8D0C015}" presName="hierRoot1" presStyleCnt="0"/>
      <dgm:spPr/>
    </dgm:pt>
    <dgm:pt modelId="{1E738C66-8DE1-4057-8D9D-01A80FF66E2C}" type="pres">
      <dgm:prSet presAssocID="{D9D14390-82C5-452F-B72C-2D84A8D0C015}" presName="composite" presStyleCnt="0"/>
      <dgm:spPr/>
    </dgm:pt>
    <dgm:pt modelId="{31F364FB-9AAE-45EE-8533-81B15BDF98A3}" type="pres">
      <dgm:prSet presAssocID="{D9D14390-82C5-452F-B72C-2D84A8D0C015}" presName="background" presStyleLbl="node0" presStyleIdx="2" presStyleCnt="3"/>
      <dgm:spPr/>
    </dgm:pt>
    <dgm:pt modelId="{18CF752A-63EF-48E7-9879-63B912DA473A}" type="pres">
      <dgm:prSet presAssocID="{D9D14390-82C5-452F-B72C-2D84A8D0C015}" presName="text" presStyleLbl="fgAcc0" presStyleIdx="2" presStyleCnt="3">
        <dgm:presLayoutVars>
          <dgm:chPref val="3"/>
        </dgm:presLayoutVars>
      </dgm:prSet>
      <dgm:spPr/>
    </dgm:pt>
    <dgm:pt modelId="{A7CA57B3-7A09-417F-8499-62009547B04F}" type="pres">
      <dgm:prSet presAssocID="{D9D14390-82C5-452F-B72C-2D84A8D0C015}" presName="hierChild2" presStyleCnt="0"/>
      <dgm:spPr/>
    </dgm:pt>
  </dgm:ptLst>
  <dgm:cxnLst>
    <dgm:cxn modelId="{30C4FB13-E611-4FB6-8C5D-F9C04A290BFB}" type="presOf" srcId="{D9D14390-82C5-452F-B72C-2D84A8D0C015}" destId="{18CF752A-63EF-48E7-9879-63B912DA473A}" srcOrd="0" destOrd="0" presId="urn:microsoft.com/office/officeart/2005/8/layout/hierarchy1"/>
    <dgm:cxn modelId="{FA670731-3AC0-4FCB-8E43-F0DA20A15474}" srcId="{982ADB1F-625A-40E0-BD34-1E4D9081FC97}" destId="{BFB0E5A8-4C70-4A3F-BA08-69C73F15D7C5}" srcOrd="0" destOrd="0" parTransId="{85DB37FA-FF43-4BCD-BD86-85C140995CC8}" sibTransId="{B0A73AB4-CF9B-42A4-854B-C7B411D47F31}"/>
    <dgm:cxn modelId="{7206F970-53DA-461B-8213-13D9E78981FE}" srcId="{982ADB1F-625A-40E0-BD34-1E4D9081FC97}" destId="{D9D14390-82C5-452F-B72C-2D84A8D0C015}" srcOrd="2" destOrd="0" parTransId="{B64CEB4F-40C5-4A7A-BCC4-76D6B428B059}" sibTransId="{B51B7DC6-A642-4023-949A-523E8B1F521B}"/>
    <dgm:cxn modelId="{ACBACC9B-00A3-45C0-8D78-08E1E3BD7515}" type="presOf" srcId="{CA889500-F835-4C62-8927-1BA6C176B31F}" destId="{D14CFBC1-5E60-4B17-8173-4BEDA228E132}" srcOrd="0" destOrd="0" presId="urn:microsoft.com/office/officeart/2005/8/layout/hierarchy1"/>
    <dgm:cxn modelId="{95DDAE9C-7B19-4E56-A86E-4CA9BE7B84CB}" srcId="{982ADB1F-625A-40E0-BD34-1E4D9081FC97}" destId="{CA889500-F835-4C62-8927-1BA6C176B31F}" srcOrd="1" destOrd="0" parTransId="{65F8167A-F2CC-41E3-A418-3B733539D50F}" sibTransId="{3F5F1396-E933-4C96-BA9D-C55C90687ED1}"/>
    <dgm:cxn modelId="{14BB50A5-C05D-4BAF-B70E-FCCCEC8058E6}" type="presOf" srcId="{BFB0E5A8-4C70-4A3F-BA08-69C73F15D7C5}" destId="{FBB42147-95CF-4D28-B104-5F72172F8F3B}" srcOrd="0" destOrd="0" presId="urn:microsoft.com/office/officeart/2005/8/layout/hierarchy1"/>
    <dgm:cxn modelId="{9AFC8DA9-E5C1-48A9-ACFD-57E8ED8CCBE1}" type="presOf" srcId="{982ADB1F-625A-40E0-BD34-1E4D9081FC97}" destId="{B07D32E4-F68B-4013-8780-A03CDB0212CA}" srcOrd="0" destOrd="0" presId="urn:microsoft.com/office/officeart/2005/8/layout/hierarchy1"/>
    <dgm:cxn modelId="{2B1612F1-679A-4BB8-B3AA-3D4B6C830702}" type="presParOf" srcId="{B07D32E4-F68B-4013-8780-A03CDB0212CA}" destId="{581600DF-CAC6-404E-8A09-46BECBDC22CE}" srcOrd="0" destOrd="0" presId="urn:microsoft.com/office/officeart/2005/8/layout/hierarchy1"/>
    <dgm:cxn modelId="{6D16C333-78F2-484E-9207-9FF8CB0283A9}" type="presParOf" srcId="{581600DF-CAC6-404E-8A09-46BECBDC22CE}" destId="{F3B0BF29-D46E-4CB0-B49B-AD478ECF34C2}" srcOrd="0" destOrd="0" presId="urn:microsoft.com/office/officeart/2005/8/layout/hierarchy1"/>
    <dgm:cxn modelId="{FB53C743-0CF2-47E2-81F0-0697185E5629}" type="presParOf" srcId="{F3B0BF29-D46E-4CB0-B49B-AD478ECF34C2}" destId="{8D389A12-ABAE-4C7E-BAE0-CB978E773698}" srcOrd="0" destOrd="0" presId="urn:microsoft.com/office/officeart/2005/8/layout/hierarchy1"/>
    <dgm:cxn modelId="{BBE71D57-F445-4356-B8FC-7C9597BE1B40}" type="presParOf" srcId="{F3B0BF29-D46E-4CB0-B49B-AD478ECF34C2}" destId="{FBB42147-95CF-4D28-B104-5F72172F8F3B}" srcOrd="1" destOrd="0" presId="urn:microsoft.com/office/officeart/2005/8/layout/hierarchy1"/>
    <dgm:cxn modelId="{C70652C1-FD1C-401D-A40B-59213232E7DC}" type="presParOf" srcId="{581600DF-CAC6-404E-8A09-46BECBDC22CE}" destId="{6A982DE0-C94F-4E17-9C55-DA85C19BC0AA}" srcOrd="1" destOrd="0" presId="urn:microsoft.com/office/officeart/2005/8/layout/hierarchy1"/>
    <dgm:cxn modelId="{4F90ECB3-0DF4-4364-8DE8-CF29FC1DE92D}" type="presParOf" srcId="{B07D32E4-F68B-4013-8780-A03CDB0212CA}" destId="{BCA014BE-6761-4604-BD55-EB8A44A017C4}" srcOrd="1" destOrd="0" presId="urn:microsoft.com/office/officeart/2005/8/layout/hierarchy1"/>
    <dgm:cxn modelId="{C935481C-2C77-4AD4-8A88-BFB6CC39C814}" type="presParOf" srcId="{BCA014BE-6761-4604-BD55-EB8A44A017C4}" destId="{FEC426D7-8533-41D8-B578-14A0C11DAF0F}" srcOrd="0" destOrd="0" presId="urn:microsoft.com/office/officeart/2005/8/layout/hierarchy1"/>
    <dgm:cxn modelId="{1E836A89-EFAF-4EFD-8596-BEE393BA2E22}" type="presParOf" srcId="{FEC426D7-8533-41D8-B578-14A0C11DAF0F}" destId="{5608D691-3A80-477C-8202-8D2ACB2D5549}" srcOrd="0" destOrd="0" presId="urn:microsoft.com/office/officeart/2005/8/layout/hierarchy1"/>
    <dgm:cxn modelId="{53FC10DA-68EF-4349-93E7-FEB60525FA10}" type="presParOf" srcId="{FEC426D7-8533-41D8-B578-14A0C11DAF0F}" destId="{D14CFBC1-5E60-4B17-8173-4BEDA228E132}" srcOrd="1" destOrd="0" presId="urn:microsoft.com/office/officeart/2005/8/layout/hierarchy1"/>
    <dgm:cxn modelId="{F087A328-93A8-450F-9408-A02975125945}" type="presParOf" srcId="{BCA014BE-6761-4604-BD55-EB8A44A017C4}" destId="{C9C4B82E-ED73-40B5-A65F-2A270ADEDCE2}" srcOrd="1" destOrd="0" presId="urn:microsoft.com/office/officeart/2005/8/layout/hierarchy1"/>
    <dgm:cxn modelId="{C3E58BA5-023B-4C80-B1F9-24883959C718}" type="presParOf" srcId="{B07D32E4-F68B-4013-8780-A03CDB0212CA}" destId="{9E093A78-33A5-42C1-BD4B-F75C5C7103C0}" srcOrd="2" destOrd="0" presId="urn:microsoft.com/office/officeart/2005/8/layout/hierarchy1"/>
    <dgm:cxn modelId="{495AD759-4380-4C2D-A1C0-1ED5058AE910}" type="presParOf" srcId="{9E093A78-33A5-42C1-BD4B-F75C5C7103C0}" destId="{1E738C66-8DE1-4057-8D9D-01A80FF66E2C}" srcOrd="0" destOrd="0" presId="urn:microsoft.com/office/officeart/2005/8/layout/hierarchy1"/>
    <dgm:cxn modelId="{EF08B36D-B173-4D51-94BC-9AEBDA16F6B3}" type="presParOf" srcId="{1E738C66-8DE1-4057-8D9D-01A80FF66E2C}" destId="{31F364FB-9AAE-45EE-8533-81B15BDF98A3}" srcOrd="0" destOrd="0" presId="urn:microsoft.com/office/officeart/2005/8/layout/hierarchy1"/>
    <dgm:cxn modelId="{74F11D45-CC49-48B9-9C0E-64B717D1AB47}" type="presParOf" srcId="{1E738C66-8DE1-4057-8D9D-01A80FF66E2C}" destId="{18CF752A-63EF-48E7-9879-63B912DA473A}" srcOrd="1" destOrd="0" presId="urn:microsoft.com/office/officeart/2005/8/layout/hierarchy1"/>
    <dgm:cxn modelId="{B6E53338-5229-47F0-B871-EF5216C53C36}" type="presParOf" srcId="{9E093A78-33A5-42C1-BD4B-F75C5C7103C0}" destId="{A7CA57B3-7A09-417F-8499-62009547B0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95CF3-EAEC-4F2A-B4F4-58831FC658E6}">
      <dsp:nvSpPr>
        <dsp:cNvPr id="0" name=""/>
        <dsp:cNvSpPr/>
      </dsp:nvSpPr>
      <dsp:spPr>
        <a:xfrm>
          <a:off x="0" y="0"/>
          <a:ext cx="6600467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AI system for financial insights</a:t>
          </a:r>
        </a:p>
      </dsp:txBody>
      <dsp:txXfrm>
        <a:off x="29030" y="29030"/>
        <a:ext cx="5530922" cy="933106"/>
      </dsp:txXfrm>
    </dsp:sp>
    <dsp:sp modelId="{1D953CCA-F2C3-459B-A9C8-13FD625D5EF4}">
      <dsp:nvSpPr>
        <dsp:cNvPr id="0" name=""/>
        <dsp:cNvSpPr/>
      </dsp:nvSpPr>
      <dsp:spPr>
        <a:xfrm>
          <a:off x="582394" y="1156360"/>
          <a:ext cx="6600467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06460"/>
                <a:satOff val="5101"/>
                <a:lumOff val="78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106460"/>
                <a:satOff val="5101"/>
                <a:lumOff val="78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106460"/>
                <a:satOff val="5101"/>
                <a:lumOff val="78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Uses multiple agents for analysis</a:t>
          </a:r>
        </a:p>
      </dsp:txBody>
      <dsp:txXfrm>
        <a:off x="611424" y="1185390"/>
        <a:ext cx="5315755" cy="933106"/>
      </dsp:txXfrm>
    </dsp:sp>
    <dsp:sp modelId="{F26A0E67-D09E-419C-90E2-110B75B72F41}">
      <dsp:nvSpPr>
        <dsp:cNvPr id="0" name=""/>
        <dsp:cNvSpPr/>
      </dsp:nvSpPr>
      <dsp:spPr>
        <a:xfrm>
          <a:off x="1164788" y="2312721"/>
          <a:ext cx="6600467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Combines market data and news</a:t>
          </a:r>
        </a:p>
      </dsp:txBody>
      <dsp:txXfrm>
        <a:off x="1193818" y="2341751"/>
        <a:ext cx="5315755" cy="933106"/>
      </dsp:txXfrm>
    </dsp:sp>
    <dsp:sp modelId="{F9D3EFD4-AF15-4F5F-8267-01E5B63E1CE4}">
      <dsp:nvSpPr>
        <dsp:cNvPr id="0" name=""/>
        <dsp:cNvSpPr/>
      </dsp:nvSpPr>
      <dsp:spPr>
        <a:xfrm>
          <a:off x="5956209" y="751634"/>
          <a:ext cx="644258" cy="644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101167" y="751634"/>
        <a:ext cx="354342" cy="484804"/>
      </dsp:txXfrm>
    </dsp:sp>
    <dsp:sp modelId="{6405ED6A-9472-4520-8863-1FD76126BD54}">
      <dsp:nvSpPr>
        <dsp:cNvPr id="0" name=""/>
        <dsp:cNvSpPr/>
      </dsp:nvSpPr>
      <dsp:spPr>
        <a:xfrm>
          <a:off x="6538603" y="1901387"/>
          <a:ext cx="644258" cy="644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923067"/>
            <a:satOff val="9722"/>
            <a:lumOff val="7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923067"/>
              <a:satOff val="9722"/>
              <a:lumOff val="74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683561" y="1901387"/>
        <a:ext cx="354342" cy="484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308C8-D771-49AE-A70F-10104A29B74C}">
      <dsp:nvSpPr>
        <dsp:cNvPr id="0" name=""/>
        <dsp:cNvSpPr/>
      </dsp:nvSpPr>
      <dsp:spPr>
        <a:xfrm>
          <a:off x="469411" y="565068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7658E-ADA4-4BBF-8439-DE7DB8D633FB}">
      <dsp:nvSpPr>
        <dsp:cNvPr id="0" name=""/>
        <dsp:cNvSpPr/>
      </dsp:nvSpPr>
      <dsp:spPr>
        <a:xfrm>
          <a:off x="769223" y="864880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8C9A4-9181-4BE9-800D-3A05387B94D0}">
      <dsp:nvSpPr>
        <dsp:cNvPr id="0" name=""/>
        <dsp:cNvSpPr/>
      </dsp:nvSpPr>
      <dsp:spPr>
        <a:xfrm>
          <a:off x="19692" y="241006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Analyst recommendations</a:t>
          </a:r>
        </a:p>
      </dsp:txBody>
      <dsp:txXfrm>
        <a:off x="19692" y="2410068"/>
        <a:ext cx="2306250" cy="720000"/>
      </dsp:txXfrm>
    </dsp:sp>
    <dsp:sp modelId="{F562016E-68D6-41C9-909A-08058B6ABD99}">
      <dsp:nvSpPr>
        <dsp:cNvPr id="0" name=""/>
        <dsp:cNvSpPr/>
      </dsp:nvSpPr>
      <dsp:spPr>
        <a:xfrm>
          <a:off x="3179254" y="565068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FF8EF-6632-4E8F-AF31-C616C7C0CBD7}">
      <dsp:nvSpPr>
        <dsp:cNvPr id="0" name=""/>
        <dsp:cNvSpPr/>
      </dsp:nvSpPr>
      <dsp:spPr>
        <a:xfrm>
          <a:off x="3479067" y="864880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A78D7-5268-49F8-9A46-C90FEDBABDD1}">
      <dsp:nvSpPr>
        <dsp:cNvPr id="0" name=""/>
        <dsp:cNvSpPr/>
      </dsp:nvSpPr>
      <dsp:spPr>
        <a:xfrm>
          <a:off x="2729536" y="241006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Real-time stock data</a:t>
          </a:r>
        </a:p>
      </dsp:txBody>
      <dsp:txXfrm>
        <a:off x="2729536" y="2410068"/>
        <a:ext cx="2306250" cy="720000"/>
      </dsp:txXfrm>
    </dsp:sp>
    <dsp:sp modelId="{30C7F622-6879-4AAE-BBB6-FB10AD98CAE4}">
      <dsp:nvSpPr>
        <dsp:cNvPr id="0" name=""/>
        <dsp:cNvSpPr/>
      </dsp:nvSpPr>
      <dsp:spPr>
        <a:xfrm>
          <a:off x="5889098" y="565068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FFFBD-3B34-409A-9AE9-4FA980D69291}">
      <dsp:nvSpPr>
        <dsp:cNvPr id="0" name=""/>
        <dsp:cNvSpPr/>
      </dsp:nvSpPr>
      <dsp:spPr>
        <a:xfrm>
          <a:off x="6188910" y="864880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80DAD-450E-4F78-AE01-1B9BC85A1BD6}">
      <dsp:nvSpPr>
        <dsp:cNvPr id="0" name=""/>
        <dsp:cNvSpPr/>
      </dsp:nvSpPr>
      <dsp:spPr>
        <a:xfrm>
          <a:off x="5439379" y="241006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Source-backed financial news</a:t>
          </a:r>
        </a:p>
      </dsp:txBody>
      <dsp:txXfrm>
        <a:off x="5439379" y="2410068"/>
        <a:ext cx="23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89A12-ABAE-4C7E-BAE0-CB978E773698}">
      <dsp:nvSpPr>
        <dsp:cNvPr id="0" name=""/>
        <dsp:cNvSpPr/>
      </dsp:nvSpPr>
      <dsp:spPr>
        <a:xfrm>
          <a:off x="0" y="844231"/>
          <a:ext cx="2183978" cy="1386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42147-95CF-4D28-B104-5F72172F8F3B}">
      <dsp:nvSpPr>
        <dsp:cNvPr id="0" name=""/>
        <dsp:cNvSpPr/>
      </dsp:nvSpPr>
      <dsp:spPr>
        <a:xfrm>
          <a:off x="242664" y="1074762"/>
          <a:ext cx="2183978" cy="13868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Python &amp; Phi Framework</a:t>
          </a:r>
        </a:p>
      </dsp:txBody>
      <dsp:txXfrm>
        <a:off x="283283" y="1115381"/>
        <a:ext cx="2102740" cy="1305588"/>
      </dsp:txXfrm>
    </dsp:sp>
    <dsp:sp modelId="{5608D691-3A80-477C-8202-8D2ACB2D5549}">
      <dsp:nvSpPr>
        <dsp:cNvPr id="0" name=""/>
        <dsp:cNvSpPr/>
      </dsp:nvSpPr>
      <dsp:spPr>
        <a:xfrm>
          <a:off x="2669306" y="844231"/>
          <a:ext cx="2183978" cy="1386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CFBC1-5E60-4B17-8173-4BEDA228E132}">
      <dsp:nvSpPr>
        <dsp:cNvPr id="0" name=""/>
        <dsp:cNvSpPr/>
      </dsp:nvSpPr>
      <dsp:spPr>
        <a:xfrm>
          <a:off x="2911971" y="1074762"/>
          <a:ext cx="2183978" cy="13868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Groq LLM (LLaMA-3)</a:t>
          </a:r>
        </a:p>
      </dsp:txBody>
      <dsp:txXfrm>
        <a:off x="2952590" y="1115381"/>
        <a:ext cx="2102740" cy="1305588"/>
      </dsp:txXfrm>
    </dsp:sp>
    <dsp:sp modelId="{31F364FB-9AAE-45EE-8533-81B15BDF98A3}">
      <dsp:nvSpPr>
        <dsp:cNvPr id="0" name=""/>
        <dsp:cNvSpPr/>
      </dsp:nvSpPr>
      <dsp:spPr>
        <a:xfrm>
          <a:off x="5338613" y="844231"/>
          <a:ext cx="2183978" cy="1386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F752A-63EF-48E7-9879-63B912DA473A}">
      <dsp:nvSpPr>
        <dsp:cNvPr id="0" name=""/>
        <dsp:cNvSpPr/>
      </dsp:nvSpPr>
      <dsp:spPr>
        <a:xfrm>
          <a:off x="5581277" y="1074762"/>
          <a:ext cx="2183978" cy="13868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Yahoo Finance &amp; DuckDuckGo</a:t>
          </a:r>
        </a:p>
      </dsp:txBody>
      <dsp:txXfrm>
        <a:off x="5621896" y="1115381"/>
        <a:ext cx="2102740" cy="1305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2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7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7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31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8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7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1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8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68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7601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8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7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4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40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1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94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DBB1A9-22FF-46E7-97B9-AE547747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2027" y="1289888"/>
            <a:ext cx="4391023" cy="4278224"/>
          </a:xfrm>
        </p:spPr>
        <p:txBody>
          <a:bodyPr anchor="ctr">
            <a:normAutofit/>
          </a:bodyPr>
          <a:lstStyle/>
          <a:p>
            <a:pPr algn="r"/>
            <a:r>
              <a:rPr lang="en-US" sz="4000"/>
              <a:t>Multi-Agent Financial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38665" y="1289889"/>
            <a:ext cx="2242419" cy="4278223"/>
          </a:xfrm>
        </p:spPr>
        <p:txBody>
          <a:bodyPr anchor="ctr">
            <a:normAutofit/>
          </a:bodyPr>
          <a:lstStyle/>
          <a:p>
            <a:pPr algn="l"/>
            <a:r>
              <a:t>Project Overview Presentation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1AAD47-56AD-4EE6-A88C-981D060D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45858" y="2473325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B4E317-3017-BDC0-06A9-40C4DBF7C9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470561"/>
              </p:ext>
            </p:extLst>
          </p:nvPr>
        </p:nvGraphicFramePr>
        <p:xfrm>
          <a:off x="685800" y="2257654"/>
          <a:ext cx="7765256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6491FB-C274-B1A3-E4C5-57EB08D4BC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346" y="2096064"/>
          <a:ext cx="776532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Tech 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9144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DF2E0-CAE4-4268-3F6A-25F1C8670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085900"/>
              </p:ext>
            </p:extLst>
          </p:nvPr>
        </p:nvGraphicFramePr>
        <p:xfrm>
          <a:off x="685800" y="2417233"/>
          <a:ext cx="7765256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</TotalTime>
  <Words>48</Words>
  <Application>Microsoft Office PowerPoint</Application>
  <PresentationFormat>On-screen Show (4:3)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Bookman Old Style</vt:lpstr>
      <vt:lpstr>Rockwell</vt:lpstr>
      <vt:lpstr>Damask</vt:lpstr>
      <vt:lpstr>Multi-Agent Financial Intelligence System</vt:lpstr>
      <vt:lpstr>Overview</vt:lpstr>
      <vt:lpstr>Key Features</vt:lpstr>
      <vt:lpstr>Tech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Pragya Agrawal</cp:lastModifiedBy>
  <cp:revision>2</cp:revision>
  <dcterms:created xsi:type="dcterms:W3CDTF">2013-01-27T09:14:16Z</dcterms:created>
  <dcterms:modified xsi:type="dcterms:W3CDTF">2026-01-04T17:11:09Z</dcterms:modified>
  <cp:category/>
</cp:coreProperties>
</file>