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Multi-Agent Financial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 for financial insights</a:t>
            </a:r>
          </a:p>
          <a:p>
            <a:r>
              <a:t>Uses multiple agents for analysis</a:t>
            </a:r>
          </a:p>
          <a:p>
            <a:r>
              <a:t>Combines market data and news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Analyst recommendations</a:t>
            </a:r>
          </a:p>
          <a:p>
            <a:r>
              <a:t>Real-time stock data</a:t>
            </a:r>
          </a:p>
          <a:p>
            <a:r>
              <a:t>Source-backed financial news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&amp; Phi Framework</a:t>
            </a:r>
          </a:p>
          <a:p>
            <a:r>
              <a:t>Groq LLM (LLaMA-3)</a:t>
            </a:r>
          </a:p>
          <a:p>
            <a:r>
              <a:t>Yahoo Finance &amp; DuckDuckGo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